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iROI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8B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8A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8A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Onsite Search</c:v>
                  </c:pt>
                  <c:pt idx="1">
                    <c:v>Sponsored Brands</c:v>
                  </c:pt>
                  <c:pt idx="2">
                    <c:v>Sponsored Brands Video</c:v>
                  </c:pt>
                  <c:pt idx="3">
                    <c:v>Offsite Display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</c:v>
                </c:pt>
                <c:pt idx="1">
                  <c:v>1.12</c:v>
                </c:pt>
                <c:pt idx="2">
                  <c:v>1.28</c:v>
                </c:pt>
                <c:pt idx="3">
                  <c:v>1.55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5"/>
        </c:scaling>
        <c:delete val="0"/>
        <c:axPos val="b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0"/>
            <a:ext cx="2587752" cy="91440"/>
          </a:xfrm>
          <a:prstGeom prst="rect">
            <a:avLst/>
          </a:prstGeom>
          <a:solidFill>
            <a:srgbClr val="E8612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60936" y="0"/>
            <a:ext cx="128016" cy="3200400"/>
          </a:xfrm>
          <a:prstGeom prst="rect">
            <a:avLst/>
          </a:prstGeom>
          <a:solidFill>
            <a:srgbClr val="E8612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STRATEGY REVIEW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attribution gap between media spend and shelf outcomes on Walmart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4663440"/>
            <a:ext cx="3200400" cy="36576"/>
          </a:xfrm>
          <a:prstGeom prst="rect">
            <a:avLst/>
          </a:prstGeom>
          <a:solidFill>
            <a:srgbClr val="E8612C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Sales Leadership  ·  CXO  ·  Engineering Leads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Competitive landscape  ·  GTM plan  ·  Productization roadmap  ·  Risks  ·  Q2–Q3 KRAs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Moved. Measurement Hasn't.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 crossed $45B in 2025. Most brands still report success with platform-attributed ROAS — a number the platform controls.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365760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$45B+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media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in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$4.5B+ of that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298448"/>
            <a:ext cx="3657600" cy="10972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462272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CPG advertisers name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 as #1 challenge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62272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20% can actually act on it (Skai 2026 survey)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298448"/>
            <a:ext cx="3657600" cy="10972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375904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categories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uncontested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75904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Shelf-native diagnostic — DataWeave's 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11430000" cy="1234440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977640"/>
            <a:ext cx="73152" cy="123444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gap: CommerceIQ launched a standalone Incrementality Module in Dec 2025 — observational model, 14-day window, no shelf signals. Pacvue's console is Amazon-first; Walmart store-cluster coverage unconfirmed. Neither can tell a brand whether a 72% in-stock rate or a content gap capped the lift they paid $1M+ to generate.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Competitive Split (2026)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65760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Activation-Led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CommerceIQ · Pacvue · Skai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their own media spend. CIQ: observational model, 14-day window, no holdout. Pacvue: Amazon-first, Walmart store-cluster unconfirmed. Conflict: they measure what they sell.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100584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1005840"/>
            <a:ext cx="3657600" cy="10972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170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Measurement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62272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Incremental.com · Walmart Connect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192024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2057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media generate net-new sales? Shelf signals used as noise to remove — not as outputs. No store-cluster decomposition. Incremental.com: WPP Connected Partner; Walmart coverage since July 2024.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93024" y="100584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005840"/>
            <a:ext cx="3657600" cy="10972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170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Shelf-Native Diagnostic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 DSIM (uncontested)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75904" y="192024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057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work? Which of 6 shelf + media levers drove lift — at the store-cluster level? Shelf signals are the deliverable, not a confounder. No activation stake. Published 5.9% MAPE, R²=91%.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11430000" cy="1371600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389120"/>
            <a:ext cx="73152" cy="137160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98848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 occupies the uncontested quadrant. No activation platform (CommerceIQ, Pacvue, Skai) offers Walmart store-cluster localization. No measurement platform (Incremental.com, Walmart Connect) surfaces shelf signals as actionable outputs. Profitero monitors — it does not attribute. DSIM is the only model that answers: which shelf lever constrained the lift I paid for, and where?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PoC: Proof of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365760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/ Model 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2984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9392" y="1298448"/>
            <a:ext cx="365760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0756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/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2984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298448"/>
            <a:ext cx="3657600" cy="7315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435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75904" y="20756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Reallocation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27248"/>
            <a:ext cx="3657600" cy="731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64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48640" y="3904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31272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79392" y="3127248"/>
            <a:ext cx="3657600" cy="73152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23" name="Text 21"/>
          <p:cNvSpPr/>
          <p:nvPr/>
        </p:nvSpPr>
        <p:spPr>
          <a:xfrm>
            <a:off x="4462272" y="3264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462272" y="3904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OSA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93024" y="3127248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3127248"/>
            <a:ext cx="365760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3264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375904" y="3904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Halo Lift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5029200"/>
            <a:ext cx="73152" cy="109728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13892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validates shelf-signal integration into incrementality models. Kids/Baby category showed +12% incremental lift in Adult segment, proving category halo effect — a lever CommerceIQ and Pacvue cannot decompose, and one that Incremental.com would strip out as a confounder rather than surface as an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ROI by Channel (Lactalis)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65760" y="1298448"/>
          <a:ext cx="11430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8912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Display shows strongest incremental return. Onsite Search consuming 63% of budget despite weakest iROI — prime reallocation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Positioning vs. Activation Players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11430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73152" cy="1005840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Conflict?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own bids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11430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95728"/>
            <a:ext cx="73152" cy="1005840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Signals as Levers?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inputs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0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signals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11430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93008"/>
            <a:ext cx="73152" cy="1005840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Store-Cluster Decomposition?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17 clusters tested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channel-level only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590288"/>
            <a:ext cx="11430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590288"/>
            <a:ext cx="73152" cy="1005840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CFO-Ready Output?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+ reallocation recommendations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GTM: Services-Led, Tableau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731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+ 1-2 fast followers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09728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097280"/>
            <a:ext cx="3657600" cy="7315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Accounts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7720" y="210312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2402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dashboards, weekly QBRs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09728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097280"/>
            <a:ext cx="365760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Model Run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0" y="2103120"/>
            <a:ext cx="3291840" cy="9144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22402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product, scale to 20+ accounts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5029200"/>
            <a:ext cx="73152" cy="109728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13892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RGM personas at CPG brands ($500M+ revenue, active on Walmart). Lead with Lactalis success case; deliver PoC via Tableau before productization.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Productization (P0→P3)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114300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73152" cy="107899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Services-Led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344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Now–Q3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3441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PoC + fast-follower betas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3441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$50–75K per PoC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14300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68880"/>
            <a:ext cx="73152" cy="107899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Automated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refreshes, zero-touch data ingestion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$150–200K annual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114300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39312"/>
            <a:ext cx="73152" cy="107899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85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Native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6850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Tableau + real-time shelf signals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36850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$250–400K enterprise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809744"/>
            <a:ext cx="114300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809744"/>
            <a:ext cx="73152" cy="107899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855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Reallocation Simulator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8554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855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spend/content/shelf changes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485546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upsell motion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Mitigations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11430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73152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44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/ Privacy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100584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3441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certification; Walmart data governance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11430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41448"/>
            <a:ext cx="73152" cy="105156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API Changes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514600"/>
            <a:ext cx="1005840" cy="27432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4871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Incremental.com's official API partnership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11430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84448"/>
            <a:ext cx="73152" cy="105156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Buy-in on Methodology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1005840" cy="27432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36301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case study + peer references by Q3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727448"/>
            <a:ext cx="11430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727448"/>
            <a:ext cx="73152" cy="105156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773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Timeline Slip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4800600"/>
            <a:ext cx="1005840" cy="27432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77316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extend Tableau services model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 Key Result Areas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5623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5623560" cy="7315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35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Lactalis PoC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Validated model by June 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+ Eng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98448"/>
            <a:ext cx="5623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298448"/>
            <a:ext cx="5623560" cy="7315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435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2 Fast-Follower Betas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Signed pilots by end of 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Sales + 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5623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93008"/>
            <a:ext cx="5623560" cy="731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301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P1 spec complete by Aug 31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6634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493008"/>
            <a:ext cx="5623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493008"/>
            <a:ext cx="5623560" cy="731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6301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Competitive Case Studies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0233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Lactalis + 1 more by Aug 31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46634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Marketing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Supplemental: DSIM Model Infographics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PoC — Key Visualizations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4864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ROI by Channel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48640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504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Waterfall ($2.8M→$6.1M)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20440"/>
            <a:ext cx="5486400" cy="2286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 Allocation (17 clusters)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520440"/>
            <a:ext cx="5486400" cy="2286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35040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vs. Media Spend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365760" y="63093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stakeholder review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DSIM Internal Strategy Review — April 2026</dc:title>
  <dc:subject>PptxGenJS Presentation</dc:subject>
  <dc:creator>PptxGenJS</dc:creator>
  <cp:lastModifiedBy>PptxGenJS</cp:lastModifiedBy>
  <cp:revision>1</cp:revision>
  <dcterms:created xsi:type="dcterms:W3CDTF">2026-04-25T09:59:33Z</dcterms:created>
  <dcterms:modified xsi:type="dcterms:W3CDTF">2026-04-25T09:59:33Z</dcterms:modified>
</cp:coreProperties>
</file>