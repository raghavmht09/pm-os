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100584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" y="0"/>
            <a:ext cx="7680960" cy="1097280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9144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7B9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  ·  Digital Shelf Impact Measurement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274320" y="31089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DSIM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" y="731520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ED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your 6 shelf and media levers drove Walmart sales — by store cluster. Not ROAS. Causation.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389120" y="34747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A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For: eCommerce Leads  ·  Finance / RGM  ·  Brand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389120" y="658368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5B7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" y="1097280"/>
            <a:ext cx="7680960" cy="475488"/>
          </a:xfrm>
          <a:prstGeom prst="rect">
            <a:avLst/>
          </a:prstGeom>
          <a:solidFill>
            <a:srgbClr val="EBF1F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" y="1097280"/>
            <a:ext cx="54864" cy="475488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24712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of CPG advertisers call incrementality their #1 measurement challenge — yet every platform grading their own spend (CommerceIQ: observational model, 14-day window; Pacvue: Amazon-first, no Walmart store-cluster) tells you ROAS, not whether availability, Share of Search, or content silently capped the lift you paid for.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682496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DSIM Does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1975104"/>
            <a:ext cx="23317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1975104"/>
            <a:ext cx="2331720" cy="73152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09397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Incrementality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2468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sales lift across 6 shelf + media levers with published 5.9% MAPE and R²=91%. Competitors (CommerceIQ, Pacvue) publish no equivalent accuracy metrics.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24912" y="1975104"/>
            <a:ext cx="23317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24912" y="1975104"/>
            <a:ext cx="2331720" cy="73152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9" name="Text 17"/>
          <p:cNvSpPr/>
          <p:nvPr/>
        </p:nvSpPr>
        <p:spPr>
          <a:xfrm>
            <a:off x="2862072" y="209397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Store-Cluster Resolution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62072" y="2468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Localizes attribution to store behavioral clusters — exposing geographic misallocation invisible in aggregate ROAS. No activation platform (CommerceIQ, Pacvue, Skai) offers this for Walmart.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75504" y="1975104"/>
            <a:ext cx="23317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175504" y="1975104"/>
            <a:ext cx="2331720" cy="7315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23" name="Text 21"/>
          <p:cNvSpPr/>
          <p:nvPr/>
        </p:nvSpPr>
        <p:spPr>
          <a:xfrm>
            <a:off x="5312664" y="209397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Vendor-Neutral Attribution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312664" y="2468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activation stake, no agency ownership. Unlike Profitero (Publicis-owned since 2026) and CommerceIQ/Pacvue (grade their own campaigns), DSIM is the number your CFO can defend.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74320" y="3776472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Model: Lactalis PoC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74320" y="4069080"/>
            <a:ext cx="2331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4320" y="4069080"/>
            <a:ext cx="45720" cy="749808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4105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11480" y="4462272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— Model Fit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724912" y="4069080"/>
            <a:ext cx="2331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24912" y="4069080"/>
            <a:ext cx="45720" cy="749808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32" name="Text 30"/>
          <p:cNvSpPr/>
          <p:nvPr/>
        </p:nvSpPr>
        <p:spPr>
          <a:xfrm>
            <a:off x="2862072" y="4105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5.9%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2862072" y="4462272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— Forecast Accuracy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175504" y="4069080"/>
            <a:ext cx="2331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175504" y="4069080"/>
            <a:ext cx="45720" cy="749808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6" name="Text 34"/>
          <p:cNvSpPr/>
          <p:nvPr/>
        </p:nvSpPr>
        <p:spPr>
          <a:xfrm>
            <a:off x="5312664" y="4105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$30K+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312664" y="4462272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Reallocation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74320" y="4873752"/>
            <a:ext cx="2331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74320" y="4873752"/>
            <a:ext cx="45720" cy="749808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" y="4910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411480" y="5266944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Clusters Modeled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724912" y="4873752"/>
            <a:ext cx="2331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724912" y="4873752"/>
            <a:ext cx="45720" cy="749808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44" name="Text 42"/>
          <p:cNvSpPr/>
          <p:nvPr/>
        </p:nvSpPr>
        <p:spPr>
          <a:xfrm>
            <a:off x="2862072" y="4910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8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2862072" y="5266944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In-Stock During Peak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175504" y="4873752"/>
            <a:ext cx="2331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175504" y="4873752"/>
            <a:ext cx="45720" cy="749808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2664" y="4910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+12%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5312664" y="5266944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Halo (Adult lift from Kids/Baby)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74320" y="576986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Engage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74320" y="6062472"/>
            <a:ext cx="233172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74320" y="6062472"/>
            <a:ext cx="2331720" cy="54864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53" name="Text 51"/>
          <p:cNvSpPr/>
          <p:nvPr/>
        </p:nvSpPr>
        <p:spPr>
          <a:xfrm>
            <a:off x="384048" y="61539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84048" y="6400800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weeks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384048" y="660196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scoping, data ingestion, Tableau dashboard with decomposition + reallocation output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724912" y="6062472"/>
            <a:ext cx="233172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2724912" y="6062472"/>
            <a:ext cx="2331720" cy="54864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58" name="Text 56"/>
          <p:cNvSpPr/>
          <p:nvPr/>
        </p:nvSpPr>
        <p:spPr>
          <a:xfrm>
            <a:off x="2834640" y="61539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2834640" y="6400800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2834640" y="660196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model runs, weekly shelf + media signal refresh, QBR-ready attribution reporting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175504" y="6062472"/>
            <a:ext cx="233172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175504" y="6062472"/>
            <a:ext cx="2331720" cy="54864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63" name="Text 61"/>
          <p:cNvSpPr/>
          <p:nvPr/>
        </p:nvSpPr>
        <p:spPr>
          <a:xfrm>
            <a:off x="5285232" y="61539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285232" y="6400800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 (roadmap)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285232" y="660196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dashboard with real-time signals, reallocation simulator, and multi-retailer coverage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1440" y="7589520"/>
            <a:ext cx="7680960" cy="12618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91440" y="7589520"/>
            <a:ext cx="7680960" cy="54864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68" name="Shape 66"/>
          <p:cNvSpPr/>
          <p:nvPr/>
        </p:nvSpPr>
        <p:spPr>
          <a:xfrm>
            <a:off x="91440" y="7580376"/>
            <a:ext cx="768096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69" name="Text 67"/>
          <p:cNvSpPr/>
          <p:nvPr/>
        </p:nvSpPr>
        <p:spPr>
          <a:xfrm>
            <a:off x="274320" y="7680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Pricing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017520" y="768096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— all pricing customized per account type, data complexity, and scope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274320" y="7973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274320" y="8183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 – $75K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274320" y="8476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6-8 weeks · Tableau delivery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2788920" y="7973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788920" y="8183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$150K – $200K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2788920" y="8476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runs · refresh reporting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5303520" y="7973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303520" y="8183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$250K – $400K+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5303520" y="8476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Multi-category · multi-cluster · full access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91440" y="8906256"/>
            <a:ext cx="7680960" cy="1152144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81" name="Text 79"/>
          <p:cNvSpPr/>
          <p:nvPr/>
        </p:nvSpPr>
        <p:spPr>
          <a:xfrm>
            <a:off x="274320" y="89976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274320" y="930859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ED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Shelf Impact Measurement  ·  dataweave.com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4572000" y="899769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PoC conversation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0" y="9290304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ED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dsim@dataweave.com  →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274320" y="9601200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D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DSIM — Digital Shelf Impact Measurement</dc:title>
  <dc:subject>PptxGenJS Presentation</dc:subject>
  <dc:creator>PptxGenJS</dc:creator>
  <cp:lastModifiedBy>PptxGenJS</cp:lastModifiedBy>
  <cp:revision>1</cp:revision>
  <dcterms:created xsi:type="dcterms:W3CDTF">2026-04-25T10:58:17Z</dcterms:created>
  <dcterms:modified xsi:type="dcterms:W3CDTF">2026-04-25T10:58:17Z</dcterms:modified>
</cp:coreProperties>
</file>