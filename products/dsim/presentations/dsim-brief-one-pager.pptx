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100584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0"/>
            <a:ext cx="7680960" cy="10972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B9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  ·  Digital Shelf Impact Measurement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3108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attribution gap between media spend and shelf outcomes on Walmart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0" y="347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RGM Leaders  ·  eCommerce Leads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65836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5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" y="1097280"/>
            <a:ext cx="7680960" cy="475488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" y="1097280"/>
            <a:ext cx="54864" cy="47548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1247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running Walmart Connect campaigns can measure ROAS — but not whether that ROAS reflects truly incremental sales, or whether an availability issue, low Share of Search, or poor content silently suppressed the lift they paid for.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68249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DSIM Does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2331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75104"/>
            <a:ext cx="2331720" cy="731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939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Incrementality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sales lift across 6 shelf + media levers — not just 'did it work?' but why it worked and what constrained it.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24912" y="1975104"/>
            <a:ext cx="2331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24912" y="1975104"/>
            <a:ext cx="2331720" cy="7315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9" name="Text 17"/>
          <p:cNvSpPr/>
          <p:nvPr/>
        </p:nvSpPr>
        <p:spPr>
          <a:xfrm>
            <a:off x="2862072" y="20939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Store-Cluster Resolution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62072" y="2468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Localizes attribution to store clusters, not channel-level averages — exposing geographic misallocation invisible in aggregate reporting.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75504" y="1975104"/>
            <a:ext cx="2331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75504" y="1975104"/>
            <a:ext cx="2331720" cy="7315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3" name="Text 21"/>
          <p:cNvSpPr/>
          <p:nvPr/>
        </p:nvSpPr>
        <p:spPr>
          <a:xfrm>
            <a:off x="5312664" y="20939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Attribution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12664" y="2468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activation platform conflict. DSIM is the independent measurement layer — a score no platform can produce for its own campaigns.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37764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Model: Lactalis PoC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69080"/>
            <a:ext cx="2331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69080"/>
            <a:ext cx="45720" cy="74980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105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11480" y="446227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Model Fit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24912" y="4069080"/>
            <a:ext cx="2331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24912" y="4069080"/>
            <a:ext cx="45720" cy="74980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2" name="Text 30"/>
          <p:cNvSpPr/>
          <p:nvPr/>
        </p:nvSpPr>
        <p:spPr>
          <a:xfrm>
            <a:off x="2862072" y="4105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862072" y="446227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— Forecast Accuracy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75504" y="4069080"/>
            <a:ext cx="2331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75504" y="4069080"/>
            <a:ext cx="45720" cy="74980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6" name="Text 34"/>
          <p:cNvSpPr/>
          <p:nvPr/>
        </p:nvSpPr>
        <p:spPr>
          <a:xfrm>
            <a:off x="5312664" y="4105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$30K+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12664" y="446227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 Reallocation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4873752"/>
            <a:ext cx="2331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873752"/>
            <a:ext cx="45720" cy="74980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910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11480" y="52669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Clusters Modeled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24912" y="4873752"/>
            <a:ext cx="2331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24912" y="4873752"/>
            <a:ext cx="45720" cy="749808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44" name="Text 42"/>
          <p:cNvSpPr/>
          <p:nvPr/>
        </p:nvSpPr>
        <p:spPr>
          <a:xfrm>
            <a:off x="2862072" y="4910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2862072" y="52669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In-Stock During Peak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175504" y="4873752"/>
            <a:ext cx="2331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175504" y="4873752"/>
            <a:ext cx="45720" cy="74980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48" name="Text 46"/>
          <p:cNvSpPr/>
          <p:nvPr/>
        </p:nvSpPr>
        <p:spPr>
          <a:xfrm>
            <a:off x="5312664" y="4910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312664" y="52669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Halo (Adult lift from Kids/Baby)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74320" y="576986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Engage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6062472"/>
            <a:ext cx="23317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6062472"/>
            <a:ext cx="2331720" cy="54864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53" name="Text 51"/>
          <p:cNvSpPr/>
          <p:nvPr/>
        </p:nvSpPr>
        <p:spPr>
          <a:xfrm>
            <a:off x="384048" y="6153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" y="6400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84048" y="660196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scoping, data ingestion, Tableau dashboard with decomposition + reallocation output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24912" y="6062472"/>
            <a:ext cx="23317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24912" y="6062472"/>
            <a:ext cx="2331720" cy="54864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58" name="Text 56"/>
          <p:cNvSpPr/>
          <p:nvPr/>
        </p:nvSpPr>
        <p:spPr>
          <a:xfrm>
            <a:off x="2834640" y="6153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834640" y="6400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834640" y="660196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model runs, weekly shelf + media signal refresh, QBR-ready attribution reporting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75504" y="6062472"/>
            <a:ext cx="23317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175504" y="6062472"/>
            <a:ext cx="2331720" cy="54864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63" name="Text 61"/>
          <p:cNvSpPr/>
          <p:nvPr/>
        </p:nvSpPr>
        <p:spPr>
          <a:xfrm>
            <a:off x="5285232" y="6153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85232" y="6400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 (roadmap)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285232" y="660196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dashboard with real-time signals, reallocation simulator, and multi-retailer coverage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1440" y="7589520"/>
            <a:ext cx="768096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1440" y="7589520"/>
            <a:ext cx="7680960" cy="548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8" name="Shape 66"/>
          <p:cNvSpPr/>
          <p:nvPr/>
        </p:nvSpPr>
        <p:spPr>
          <a:xfrm>
            <a:off x="91440" y="7580376"/>
            <a:ext cx="768096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7680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Pricing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017520" y="76809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all pricing customized per account type, data complexity, and scope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74320" y="7973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74320" y="8183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– $75K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8476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weeks · Tableau delivery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788920" y="7973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788920" y="8183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– $200K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2788920" y="8476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runs · refresh reporting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303520" y="7973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03520" y="8183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– $400K+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5303520" y="8476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· multi-cluster · full access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1440" y="8906256"/>
            <a:ext cx="7680960" cy="115214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8997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274320" y="9308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 Impact Measurement  ·  dataweave.com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572000" y="8997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PoC conversation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572000" y="92903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dsim@dataweave.com  →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74320" y="96012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DSIM — Digital Shelf Impact Measurement</dc:title>
  <dc:subject>PptxGenJS Presentation</dc:subject>
  <dc:creator>PptxGenJS</dc:creator>
  <cp:lastModifiedBy>PptxGenJS</cp:lastModifiedBy>
  <cp:revision>1</cp:revision>
  <dcterms:created xsi:type="dcterms:W3CDTF">2026-04-24T07:11:40Z</dcterms:created>
  <dcterms:modified xsi:type="dcterms:W3CDTF">2026-04-24T07:11:40Z</dcterms:modified>
</cp:coreProperties>
</file>